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2B01D-BABE-064D-AFE5-5A49F99A9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EDC28-EA4D-3256-6C98-B208C395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2CFEA-F165-022E-13D0-8C9241EA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CACD0-5D7C-2FEC-9E38-82C15E81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16903-ADDB-66A5-E448-C06A10B8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242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A9E00-F024-FDC0-9ABE-06D4ABD0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17527-08FA-AE1E-0BA5-88FC840C9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39FF0-55D3-59D4-E3C2-BBCFF0FE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A976D-5051-17B7-EB52-BE29A0AC3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56598-415A-5D8D-65EA-9DBACA87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91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DE37-12FA-2E66-8B27-870E798C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38D28-1FF4-7E88-0888-4FDA5D467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83E6-4BEE-AC13-025B-449F98C8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2AE37-E4BE-0AB3-D19B-109E6A819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F1C80-D0E1-AEFE-67BB-B2F185A1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2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AEC3-B5E7-BE88-DD5A-D0E4BD1D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02D78-8B45-F495-A35E-0D5E93404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1DE3A-C707-E5E6-565E-8513DA004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ED158-9030-4524-ADC0-23A731D1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B810A-7BC4-AD9D-8E16-5D5E3CF2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D40EF-7D10-12E0-5647-F45986A9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06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AFE8-7E9B-30AA-7361-357CAC6E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4FBAB-F35A-0713-02A4-5711806C6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B0C65-702A-CFB0-85FF-9FB2A8CB8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6C6BC-E71A-02D2-1744-0546DCC67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071EC-4B0F-A4C1-BE3C-72DCE007C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05554-BD2F-578B-CD0E-B7CCAD58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1F18B8-2C28-FD46-A83A-2FF597CC8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B533BB-2BC6-38BB-2161-B170D6DE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05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28C6-7114-AE2A-759D-EF999CC08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56334-C547-E77B-E663-0C0CA4B34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2F39F-4BB3-3AC0-0B80-41EA5581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BC4C3-5AFD-D587-0139-8F902DBD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1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D354D-920C-F7A0-DCBC-2C688B8A4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1B5BD-3260-310E-6937-F7F954D7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06EDE-67D8-4A5D-233D-A47E0BE5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38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9B31-FB5A-EE1A-51E3-9498602E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D59A-1E19-60EC-75A9-0C886F8C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F5761-F8F1-ED4D-5729-C6593F3A9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9A806-2EBD-3DF6-3397-7393AD81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BC0D0-1E09-492C-7850-690F39786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50A4F-CC6D-E4AC-E740-E9375580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823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B554-5F9B-8A91-EDC3-D59DED2A7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55E416-1DC5-F6F7-5F64-34CE2D9F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80B28-17E7-E607-007A-9574B8644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4C674-6AAF-7EA7-0F4A-04F3992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7EB55-3DBE-697B-45CE-9EC1C7DF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9E6F6-4265-8746-9B1C-2BCCFDFB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144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A428-3046-862D-5EC9-85CE211C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439C6-198B-7C4F-7CC0-000CF2212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69C48-E5BA-8B7A-137F-1B1A5150B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7F05C-69AF-2360-E854-9E5CB392A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3BB3-7216-DF09-3D87-9C7292AE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91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B2019C-5F21-0ECB-B99D-9D7784660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33A7D-55E6-383D-3F0D-C02D39FBF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3732A-3413-43B8-44AB-598BFFF9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C3198-287F-FB26-913D-10BF775F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4DDB2-08A0-C9C5-2DA9-92453938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42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C2101-5D3C-75B9-CEA5-BCF24D17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97AEF-127C-47D4-6899-751190698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5D990-A34D-7DE3-098F-092E42C66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87341-F404-493F-A5CB-C3863C8EEF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8526E-1CDF-C511-F0CE-3D874991F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7EB80-073F-307B-4575-57785F9C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8DF11-9B42-477C-B98C-F318D010D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49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966CC-8A9A-980D-53B5-93457691E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8"/>
            <a:ext cx="12192000" cy="68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5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BAC127-7560-9B3C-E2F4-7D4C04955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8"/>
            <a:ext cx="12192000" cy="68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21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076120-4549-CBE4-A03C-8D603B068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24"/>
            <a:ext cx="12192000" cy="682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49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326C99-4C6C-90B2-3423-234A405FC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8"/>
            <a:ext cx="12192000" cy="68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1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C31CB-1E3F-51F1-5DD9-A274BEF37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" y="0"/>
            <a:ext cx="12174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78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23CCE-72D5-A6A0-5987-6CD9789B9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8"/>
            <a:ext cx="12192000" cy="68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3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2F2D35-BFA4-4B08-2DD7-D1F1113F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0"/>
            <a:ext cx="12192000" cy="684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1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BEDC8E-E7FC-B17B-F98E-5E1223971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5"/>
            <a:ext cx="12192000" cy="683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A4FB67-541E-1CA7-8AA4-0ECC40420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24"/>
            <a:ext cx="12192000" cy="682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17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B849D-9F14-CFEB-D767-EADFCCDA2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57"/>
            <a:ext cx="12192000" cy="679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04779C-4FEE-F5A2-107C-712B0B816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13"/>
            <a:ext cx="12192000" cy="684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2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jain</dc:creator>
  <cp:lastModifiedBy>chaitanya jain</cp:lastModifiedBy>
  <cp:revision>1</cp:revision>
  <dcterms:created xsi:type="dcterms:W3CDTF">2026-08-30T10:28:44Z</dcterms:created>
  <dcterms:modified xsi:type="dcterms:W3CDTF">2026-08-30T10:35:04Z</dcterms:modified>
</cp:coreProperties>
</file>